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</p:sldIdLst>
  <p:sldSz cx="18288000" cy="10287000"/>
  <p:notesSz cx="6858000" cy="9144000"/>
  <p:embeddedFontLst>
    <p:embeddedFont>
      <p:font typeface="Childos Arabic Bold" charset="1" panose="00000800000000000000"/>
      <p:regular r:id="rId9"/>
    </p:embeddedFont>
    <p:embeddedFont>
      <p:font typeface="Agrandir" charset="1" panose="0000050000000000000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14787" y="3468127"/>
            <a:ext cx="11658426" cy="3162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98"/>
              </a:lnSpc>
            </a:pPr>
            <a:r>
              <a:rPr lang="en-US" b="true" sz="14998">
                <a:solidFill>
                  <a:srgbClr val="454D52"/>
                </a:solidFill>
                <a:latin typeface="Childos Arabic Bold"/>
                <a:ea typeface="Childos Arabic Bold"/>
                <a:cs typeface="Childos Arabic Bold"/>
                <a:sym typeface="Childos Arabic Bold"/>
              </a:rPr>
              <a:t>ADVANCED OO</a:t>
            </a:r>
          </a:p>
          <a:p>
            <a:pPr algn="ctr">
              <a:lnSpc>
                <a:spcPts val="11098"/>
              </a:lnSpc>
            </a:pPr>
            <a:r>
              <a:rPr lang="en-US" b="true" sz="14998">
                <a:solidFill>
                  <a:srgbClr val="454D52"/>
                </a:solidFill>
                <a:latin typeface="Childos Arabic Bold"/>
                <a:ea typeface="Childos Arabic Bold"/>
                <a:cs typeface="Childos Arabic Bold"/>
                <a:sym typeface="Childos Arabic Bold"/>
              </a:rPr>
              <a:t>TECHNOLOGY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1174237">
            <a:off x="1578809" y="4114524"/>
            <a:ext cx="1016285" cy="1355046"/>
          </a:xfrm>
          <a:custGeom>
            <a:avLst/>
            <a:gdLst/>
            <a:ahLst/>
            <a:cxnLst/>
            <a:rect r="r" b="b" t="t" l="l"/>
            <a:pathLst>
              <a:path h="1355046" w="1016285">
                <a:moveTo>
                  <a:pt x="0" y="0"/>
                </a:moveTo>
                <a:lnTo>
                  <a:pt x="1016285" y="0"/>
                </a:lnTo>
                <a:lnTo>
                  <a:pt x="1016285" y="1355046"/>
                </a:lnTo>
                <a:lnTo>
                  <a:pt x="0" y="13550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174237">
            <a:off x="16045422" y="2621347"/>
            <a:ext cx="1016285" cy="1355046"/>
          </a:xfrm>
          <a:custGeom>
            <a:avLst/>
            <a:gdLst/>
            <a:ahLst/>
            <a:cxnLst/>
            <a:rect r="r" b="b" t="t" l="l"/>
            <a:pathLst>
              <a:path h="1355046" w="1016285">
                <a:moveTo>
                  <a:pt x="0" y="0"/>
                </a:moveTo>
                <a:lnTo>
                  <a:pt x="1016285" y="0"/>
                </a:lnTo>
                <a:lnTo>
                  <a:pt x="1016285" y="1355046"/>
                </a:lnTo>
                <a:lnTo>
                  <a:pt x="0" y="13550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850345">
            <a:off x="8635858" y="7897405"/>
            <a:ext cx="1016285" cy="1355046"/>
          </a:xfrm>
          <a:custGeom>
            <a:avLst/>
            <a:gdLst/>
            <a:ahLst/>
            <a:cxnLst/>
            <a:rect r="r" b="b" t="t" l="l"/>
            <a:pathLst>
              <a:path h="1355046" w="1016285">
                <a:moveTo>
                  <a:pt x="1016284" y="0"/>
                </a:moveTo>
                <a:lnTo>
                  <a:pt x="0" y="0"/>
                </a:lnTo>
                <a:lnTo>
                  <a:pt x="0" y="1355046"/>
                </a:lnTo>
                <a:lnTo>
                  <a:pt x="1016284" y="1355046"/>
                </a:lnTo>
                <a:lnTo>
                  <a:pt x="101628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539255" y="6630317"/>
            <a:ext cx="5209490" cy="944220"/>
          </a:xfrm>
          <a:custGeom>
            <a:avLst/>
            <a:gdLst/>
            <a:ahLst/>
            <a:cxnLst/>
            <a:rect r="r" b="b" t="t" l="l"/>
            <a:pathLst>
              <a:path h="944220" w="5209490">
                <a:moveTo>
                  <a:pt x="0" y="0"/>
                </a:moveTo>
                <a:lnTo>
                  <a:pt x="5209490" y="0"/>
                </a:lnTo>
                <a:lnTo>
                  <a:pt x="5209490" y="944220"/>
                </a:lnTo>
                <a:lnTo>
                  <a:pt x="0" y="9442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745421" y="6831868"/>
            <a:ext cx="2797159" cy="522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7"/>
              </a:lnSpc>
            </a:pPr>
            <a:r>
              <a:rPr lang="en-US" sz="3344">
                <a:solidFill>
                  <a:srgbClr val="454D52"/>
                </a:solidFill>
                <a:latin typeface="Agrandir"/>
                <a:ea typeface="Agrandir"/>
                <a:cs typeface="Agrandir"/>
                <a:sym typeface="Agrandir"/>
              </a:rPr>
              <a:t>RYLA STARK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86375" y="0"/>
            <a:ext cx="7715250" cy="10287000"/>
          </a:xfrm>
          <a:custGeom>
            <a:avLst/>
            <a:gdLst/>
            <a:ahLst/>
            <a:cxnLst/>
            <a:rect r="r" b="b" t="t" l="l"/>
            <a:pathLst>
              <a:path h="10287000" w="7715250">
                <a:moveTo>
                  <a:pt x="0" y="0"/>
                </a:moveTo>
                <a:lnTo>
                  <a:pt x="7715250" y="0"/>
                </a:lnTo>
                <a:lnTo>
                  <a:pt x="77152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576614"/>
            <a:ext cx="3350493" cy="2705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97"/>
              </a:lnSpc>
              <a:spcBef>
                <a:spcPct val="0"/>
              </a:spcBef>
            </a:pPr>
            <a:r>
              <a:rPr lang="en-US" b="true" sz="14998">
                <a:solidFill>
                  <a:srgbClr val="000000"/>
                </a:solidFill>
                <a:latin typeface="Childos Arabic Bold"/>
                <a:ea typeface="Childos Arabic Bold"/>
                <a:cs typeface="Childos Arabic Bold"/>
                <a:sym typeface="Childos Arabic Bold"/>
              </a:rPr>
              <a:t>UML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CB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162423" y="4217065"/>
            <a:ext cx="9963154" cy="218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73"/>
              </a:lnSpc>
            </a:pPr>
            <a:r>
              <a:rPr lang="en-US" b="true" sz="16599">
                <a:solidFill>
                  <a:srgbClr val="454D52"/>
                </a:solidFill>
                <a:latin typeface="Childos Arabic Bold"/>
                <a:ea typeface="Childos Arabic Bold"/>
                <a:cs typeface="Childos Arabic Bold"/>
                <a:sym typeface="Childos Arabic Bold"/>
              </a:rPr>
              <a:t>THANK YOU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575941">
            <a:off x="938308" y="6715190"/>
            <a:ext cx="1016285" cy="1355046"/>
          </a:xfrm>
          <a:custGeom>
            <a:avLst/>
            <a:gdLst/>
            <a:ahLst/>
            <a:cxnLst/>
            <a:rect r="r" b="b" t="t" l="l"/>
            <a:pathLst>
              <a:path h="1355046" w="1016285">
                <a:moveTo>
                  <a:pt x="0" y="0"/>
                </a:moveTo>
                <a:lnTo>
                  <a:pt x="1016285" y="0"/>
                </a:lnTo>
                <a:lnTo>
                  <a:pt x="1016285" y="1355047"/>
                </a:lnTo>
                <a:lnTo>
                  <a:pt x="0" y="13550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575941">
            <a:off x="16137152" y="6715190"/>
            <a:ext cx="1016285" cy="1355046"/>
          </a:xfrm>
          <a:custGeom>
            <a:avLst/>
            <a:gdLst/>
            <a:ahLst/>
            <a:cxnLst/>
            <a:rect r="r" b="b" t="t" l="l"/>
            <a:pathLst>
              <a:path h="1355046" w="1016285">
                <a:moveTo>
                  <a:pt x="1016284" y="0"/>
                </a:moveTo>
                <a:lnTo>
                  <a:pt x="0" y="0"/>
                </a:lnTo>
                <a:lnTo>
                  <a:pt x="0" y="1355047"/>
                </a:lnTo>
                <a:lnTo>
                  <a:pt x="1016284" y="1355047"/>
                </a:lnTo>
                <a:lnTo>
                  <a:pt x="101628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575941">
            <a:off x="8635858" y="754116"/>
            <a:ext cx="1016285" cy="1355046"/>
          </a:xfrm>
          <a:custGeom>
            <a:avLst/>
            <a:gdLst/>
            <a:ahLst/>
            <a:cxnLst/>
            <a:rect r="r" b="b" t="t" l="l"/>
            <a:pathLst>
              <a:path h="1355046" w="1016285">
                <a:moveTo>
                  <a:pt x="1016284" y="0"/>
                </a:moveTo>
                <a:lnTo>
                  <a:pt x="0" y="0"/>
                </a:lnTo>
                <a:lnTo>
                  <a:pt x="0" y="1355047"/>
                </a:lnTo>
                <a:lnTo>
                  <a:pt x="1016284" y="1355047"/>
                </a:lnTo>
                <a:lnTo>
                  <a:pt x="101628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DAHI3M4aWfU</dc:identifier>
  <dcterms:modified xsi:type="dcterms:W3CDTF">2011-08-01T06:04:30Z</dcterms:modified>
  <cp:revision>1</cp:revision>
  <dc:title>advanced oo technology</dc:title>
</cp:coreProperties>
</file>